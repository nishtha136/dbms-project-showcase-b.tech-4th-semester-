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52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03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46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61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68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04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0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08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5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18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67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FF384-B153-46DE-BC70-96296C59F2B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AB5A6-B927-4A5B-8AC2-282B231A7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3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7429-795C-B71C-7372-79D41E4E2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E08E6-BF07-6C27-8C5E-891CBB5305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E00C40-1C1B-E0B8-2CAC-C5BA80AE9E7C}"/>
              </a:ext>
            </a:extLst>
          </p:cNvPr>
          <p:cNvSpPr/>
          <p:nvPr/>
        </p:nvSpPr>
        <p:spPr>
          <a:xfrm rot="13415311">
            <a:off x="-2254584" y="-1828432"/>
            <a:ext cx="6764950" cy="6266494"/>
          </a:xfrm>
          <a:custGeom>
            <a:avLst/>
            <a:gdLst>
              <a:gd name="csX0" fmla="*/ 0 w 6247417"/>
              <a:gd name="csY0" fmla="*/ 2949678 h 5899355"/>
              <a:gd name="csX1" fmla="*/ 3123709 w 6247417"/>
              <a:gd name="csY1" fmla="*/ 0 h 5899355"/>
              <a:gd name="csX2" fmla="*/ 6247418 w 6247417"/>
              <a:gd name="csY2" fmla="*/ 2949678 h 5899355"/>
              <a:gd name="csX3" fmla="*/ 3123709 w 6247417"/>
              <a:gd name="csY3" fmla="*/ 5899356 h 5899355"/>
              <a:gd name="csX4" fmla="*/ 0 w 6247417"/>
              <a:gd name="csY4" fmla="*/ 2949678 h 5899355"/>
              <a:gd name="csX0" fmla="*/ 0 w 5562339"/>
              <a:gd name="csY0" fmla="*/ 2969088 h 5928164"/>
              <a:gd name="csX1" fmla="*/ 3123709 w 5562339"/>
              <a:gd name="csY1" fmla="*/ 19410 h 5928164"/>
              <a:gd name="csX2" fmla="*/ 5562339 w 5562339"/>
              <a:gd name="csY2" fmla="*/ 2124609 h 5928164"/>
              <a:gd name="csX3" fmla="*/ 3123709 w 5562339"/>
              <a:gd name="csY3" fmla="*/ 5918766 h 5928164"/>
              <a:gd name="csX4" fmla="*/ 0 w 5562339"/>
              <a:gd name="csY4" fmla="*/ 2969088 h 5928164"/>
              <a:gd name="csX0" fmla="*/ 0 w 5562339"/>
              <a:gd name="csY0" fmla="*/ 2969088 h 5928164"/>
              <a:gd name="csX1" fmla="*/ 3123709 w 5562339"/>
              <a:gd name="csY1" fmla="*/ 19410 h 5928164"/>
              <a:gd name="csX2" fmla="*/ 5562339 w 5562339"/>
              <a:gd name="csY2" fmla="*/ 2124609 h 5928164"/>
              <a:gd name="csX3" fmla="*/ 3123709 w 5562339"/>
              <a:gd name="csY3" fmla="*/ 5918766 h 5928164"/>
              <a:gd name="csX4" fmla="*/ 0 w 5562339"/>
              <a:gd name="csY4" fmla="*/ 2969088 h 5928164"/>
              <a:gd name="csX0" fmla="*/ 0 w 5685078"/>
              <a:gd name="csY0" fmla="*/ 2951192 h 5902079"/>
              <a:gd name="csX1" fmla="*/ 3123709 w 5685078"/>
              <a:gd name="csY1" fmla="*/ 1514 h 5902079"/>
              <a:gd name="csX2" fmla="*/ 5685078 w 5685078"/>
              <a:gd name="csY2" fmla="*/ 2665171 h 5902079"/>
              <a:gd name="csX3" fmla="*/ 3123709 w 5685078"/>
              <a:gd name="csY3" fmla="*/ 5900870 h 5902079"/>
              <a:gd name="csX4" fmla="*/ 0 w 5685078"/>
              <a:gd name="csY4" fmla="*/ 2951192 h 5902079"/>
              <a:gd name="csX0" fmla="*/ 0 w 5685078"/>
              <a:gd name="csY0" fmla="*/ 2951192 h 5902079"/>
              <a:gd name="csX1" fmla="*/ 3123709 w 5685078"/>
              <a:gd name="csY1" fmla="*/ 1514 h 5902079"/>
              <a:gd name="csX2" fmla="*/ 5685078 w 5685078"/>
              <a:gd name="csY2" fmla="*/ 2665171 h 5902079"/>
              <a:gd name="csX3" fmla="*/ 3123709 w 5685078"/>
              <a:gd name="csY3" fmla="*/ 5900870 h 5902079"/>
              <a:gd name="csX4" fmla="*/ 0 w 5685078"/>
              <a:gd name="csY4" fmla="*/ 2951192 h 5902079"/>
              <a:gd name="csX0" fmla="*/ 0 w 5689619"/>
              <a:gd name="csY0" fmla="*/ 2951892 h 5902779"/>
              <a:gd name="csX1" fmla="*/ 3123709 w 5689619"/>
              <a:gd name="csY1" fmla="*/ 2214 h 5902779"/>
              <a:gd name="csX2" fmla="*/ 5685078 w 5689619"/>
              <a:gd name="csY2" fmla="*/ 2665871 h 5902779"/>
              <a:gd name="csX3" fmla="*/ 3123709 w 5689619"/>
              <a:gd name="csY3" fmla="*/ 5901570 h 5902779"/>
              <a:gd name="csX4" fmla="*/ 0 w 5689619"/>
              <a:gd name="csY4" fmla="*/ 2951892 h 5902779"/>
              <a:gd name="csX0" fmla="*/ 0 w 5995899"/>
              <a:gd name="csY0" fmla="*/ 2949865 h 5899667"/>
              <a:gd name="csX1" fmla="*/ 3123709 w 5995899"/>
              <a:gd name="csY1" fmla="*/ 187 h 5899667"/>
              <a:gd name="csX2" fmla="*/ 5991922 w 5995899"/>
              <a:gd name="csY2" fmla="*/ 2860226 h 5899667"/>
              <a:gd name="csX3" fmla="*/ 3123709 w 5995899"/>
              <a:gd name="csY3" fmla="*/ 5899543 h 5899667"/>
              <a:gd name="csX4" fmla="*/ 0 w 5995899"/>
              <a:gd name="csY4" fmla="*/ 2949865 h 5899667"/>
              <a:gd name="csX0" fmla="*/ 0 w 6179730"/>
              <a:gd name="csY0" fmla="*/ 2951250 h 5902476"/>
              <a:gd name="csX1" fmla="*/ 3123709 w 6179730"/>
              <a:gd name="csY1" fmla="*/ 1572 h 5902476"/>
              <a:gd name="csX2" fmla="*/ 6176029 w 6179730"/>
              <a:gd name="csY2" fmla="*/ 3278921 h 5902476"/>
              <a:gd name="csX3" fmla="*/ 3123709 w 6179730"/>
              <a:gd name="csY3" fmla="*/ 5900928 h 5902476"/>
              <a:gd name="csX4" fmla="*/ 0 w 6179730"/>
              <a:gd name="csY4" fmla="*/ 2951250 h 5902476"/>
              <a:gd name="csX0" fmla="*/ 0 w 6415783"/>
              <a:gd name="csY0" fmla="*/ 2955389 h 5912144"/>
              <a:gd name="csX1" fmla="*/ 3123709 w 6415783"/>
              <a:gd name="csY1" fmla="*/ 5711 h 5912144"/>
              <a:gd name="csX2" fmla="*/ 6412385 w 6415783"/>
              <a:gd name="csY2" fmla="*/ 3600921 h 5912144"/>
              <a:gd name="csX3" fmla="*/ 3123709 w 6415783"/>
              <a:gd name="csY3" fmla="*/ 5905067 h 5912144"/>
              <a:gd name="csX4" fmla="*/ 0 w 6415783"/>
              <a:gd name="csY4" fmla="*/ 2955389 h 5912144"/>
              <a:gd name="csX0" fmla="*/ 0 w 6415783"/>
              <a:gd name="csY0" fmla="*/ 2955389 h 5922906"/>
              <a:gd name="csX1" fmla="*/ 3123709 w 6415783"/>
              <a:gd name="csY1" fmla="*/ 5711 h 5922906"/>
              <a:gd name="csX2" fmla="*/ 6412385 w 6415783"/>
              <a:gd name="csY2" fmla="*/ 3600921 h 5922906"/>
              <a:gd name="csX3" fmla="*/ 3123709 w 6415783"/>
              <a:gd name="csY3" fmla="*/ 5905067 h 5922906"/>
              <a:gd name="csX4" fmla="*/ 0 w 6415783"/>
              <a:gd name="csY4" fmla="*/ 2955389 h 5922906"/>
              <a:gd name="csX0" fmla="*/ 0 w 6358205"/>
              <a:gd name="csY0" fmla="*/ 2950994 h 5903405"/>
              <a:gd name="csX1" fmla="*/ 3123709 w 6358205"/>
              <a:gd name="csY1" fmla="*/ 1316 h 5903405"/>
              <a:gd name="csX2" fmla="*/ 6354738 w 6358205"/>
              <a:gd name="csY2" fmla="*/ 3249768 h 5903405"/>
              <a:gd name="csX3" fmla="*/ 3123709 w 6358205"/>
              <a:gd name="csY3" fmla="*/ 5900672 h 5903405"/>
              <a:gd name="csX4" fmla="*/ 0 w 6358205"/>
              <a:gd name="csY4" fmla="*/ 2950994 h 5903405"/>
              <a:gd name="csX0" fmla="*/ 0 w 6358205"/>
              <a:gd name="csY0" fmla="*/ 2950994 h 5901324"/>
              <a:gd name="csX1" fmla="*/ 3123709 w 6358205"/>
              <a:gd name="csY1" fmla="*/ 1316 h 5901324"/>
              <a:gd name="csX2" fmla="*/ 6354738 w 6358205"/>
              <a:gd name="csY2" fmla="*/ 3249768 h 5901324"/>
              <a:gd name="csX3" fmla="*/ 3123709 w 6358205"/>
              <a:gd name="csY3" fmla="*/ 5900672 h 5901324"/>
              <a:gd name="csX4" fmla="*/ 0 w 6358205"/>
              <a:gd name="csY4" fmla="*/ 2950994 h 5901324"/>
              <a:gd name="csX0" fmla="*/ 0 w 6354738"/>
              <a:gd name="csY0" fmla="*/ 2950994 h 5901324"/>
              <a:gd name="csX1" fmla="*/ 3123709 w 6354738"/>
              <a:gd name="csY1" fmla="*/ 1316 h 5901324"/>
              <a:gd name="csX2" fmla="*/ 6354738 w 6354738"/>
              <a:gd name="csY2" fmla="*/ 3249768 h 5901324"/>
              <a:gd name="csX3" fmla="*/ 3123709 w 6354738"/>
              <a:gd name="csY3" fmla="*/ 5900672 h 5901324"/>
              <a:gd name="csX4" fmla="*/ 0 w 6354738"/>
              <a:gd name="csY4" fmla="*/ 2950994 h 5901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354738" h="5901324">
                <a:moveTo>
                  <a:pt x="0" y="2950994"/>
                </a:moveTo>
                <a:cubicBezTo>
                  <a:pt x="0" y="1321932"/>
                  <a:pt x="2064586" y="-48480"/>
                  <a:pt x="3123709" y="1316"/>
                </a:cubicBezTo>
                <a:cubicBezTo>
                  <a:pt x="4182832" y="51112"/>
                  <a:pt x="2850310" y="2214634"/>
                  <a:pt x="6354738" y="3249768"/>
                </a:cubicBezTo>
                <a:cubicBezTo>
                  <a:pt x="3074903" y="3133438"/>
                  <a:pt x="4182832" y="5950468"/>
                  <a:pt x="3123709" y="5900672"/>
                </a:cubicBezTo>
                <a:cubicBezTo>
                  <a:pt x="2064586" y="5850876"/>
                  <a:pt x="0" y="4580056"/>
                  <a:pt x="0" y="295099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BB6FCA95-8641-5470-C9D2-D2FFECA4E2A6}"/>
              </a:ext>
            </a:extLst>
          </p:cNvPr>
          <p:cNvSpPr/>
          <p:nvPr/>
        </p:nvSpPr>
        <p:spPr>
          <a:xfrm>
            <a:off x="7893758" y="2970370"/>
            <a:ext cx="6506023" cy="6267380"/>
          </a:xfrm>
          <a:custGeom>
            <a:avLst/>
            <a:gdLst>
              <a:gd name="csX0" fmla="*/ 0 w 6247417"/>
              <a:gd name="csY0" fmla="*/ 2949678 h 5899355"/>
              <a:gd name="csX1" fmla="*/ 3123709 w 6247417"/>
              <a:gd name="csY1" fmla="*/ 0 h 5899355"/>
              <a:gd name="csX2" fmla="*/ 6247418 w 6247417"/>
              <a:gd name="csY2" fmla="*/ 2949678 h 5899355"/>
              <a:gd name="csX3" fmla="*/ 3123709 w 6247417"/>
              <a:gd name="csY3" fmla="*/ 5899356 h 5899355"/>
              <a:gd name="csX4" fmla="*/ 0 w 6247417"/>
              <a:gd name="csY4" fmla="*/ 2949678 h 5899355"/>
              <a:gd name="csX0" fmla="*/ 0 w 5562339"/>
              <a:gd name="csY0" fmla="*/ 2969088 h 5928164"/>
              <a:gd name="csX1" fmla="*/ 3123709 w 5562339"/>
              <a:gd name="csY1" fmla="*/ 19410 h 5928164"/>
              <a:gd name="csX2" fmla="*/ 5562339 w 5562339"/>
              <a:gd name="csY2" fmla="*/ 2124609 h 5928164"/>
              <a:gd name="csX3" fmla="*/ 3123709 w 5562339"/>
              <a:gd name="csY3" fmla="*/ 5918766 h 5928164"/>
              <a:gd name="csX4" fmla="*/ 0 w 5562339"/>
              <a:gd name="csY4" fmla="*/ 2969088 h 5928164"/>
              <a:gd name="csX0" fmla="*/ 0 w 5562339"/>
              <a:gd name="csY0" fmla="*/ 2969088 h 5928164"/>
              <a:gd name="csX1" fmla="*/ 3123709 w 5562339"/>
              <a:gd name="csY1" fmla="*/ 19410 h 5928164"/>
              <a:gd name="csX2" fmla="*/ 5562339 w 5562339"/>
              <a:gd name="csY2" fmla="*/ 2124609 h 5928164"/>
              <a:gd name="csX3" fmla="*/ 3123709 w 5562339"/>
              <a:gd name="csY3" fmla="*/ 5918766 h 5928164"/>
              <a:gd name="csX4" fmla="*/ 0 w 5562339"/>
              <a:gd name="csY4" fmla="*/ 2969088 h 5928164"/>
              <a:gd name="csX0" fmla="*/ 0 w 5685078"/>
              <a:gd name="csY0" fmla="*/ 2951192 h 5902079"/>
              <a:gd name="csX1" fmla="*/ 3123709 w 5685078"/>
              <a:gd name="csY1" fmla="*/ 1514 h 5902079"/>
              <a:gd name="csX2" fmla="*/ 5685078 w 5685078"/>
              <a:gd name="csY2" fmla="*/ 2665171 h 5902079"/>
              <a:gd name="csX3" fmla="*/ 3123709 w 5685078"/>
              <a:gd name="csY3" fmla="*/ 5900870 h 5902079"/>
              <a:gd name="csX4" fmla="*/ 0 w 5685078"/>
              <a:gd name="csY4" fmla="*/ 2951192 h 5902079"/>
              <a:gd name="csX0" fmla="*/ 0 w 5685078"/>
              <a:gd name="csY0" fmla="*/ 2951192 h 5902079"/>
              <a:gd name="csX1" fmla="*/ 3123709 w 5685078"/>
              <a:gd name="csY1" fmla="*/ 1514 h 5902079"/>
              <a:gd name="csX2" fmla="*/ 5685078 w 5685078"/>
              <a:gd name="csY2" fmla="*/ 2665171 h 5902079"/>
              <a:gd name="csX3" fmla="*/ 3123709 w 5685078"/>
              <a:gd name="csY3" fmla="*/ 5900870 h 5902079"/>
              <a:gd name="csX4" fmla="*/ 0 w 5685078"/>
              <a:gd name="csY4" fmla="*/ 2951192 h 5902079"/>
              <a:gd name="csX0" fmla="*/ 0 w 5689619"/>
              <a:gd name="csY0" fmla="*/ 2951892 h 5902779"/>
              <a:gd name="csX1" fmla="*/ 3123709 w 5689619"/>
              <a:gd name="csY1" fmla="*/ 2214 h 5902779"/>
              <a:gd name="csX2" fmla="*/ 5685078 w 5689619"/>
              <a:gd name="csY2" fmla="*/ 2665871 h 5902779"/>
              <a:gd name="csX3" fmla="*/ 3123709 w 5689619"/>
              <a:gd name="csY3" fmla="*/ 5901570 h 5902779"/>
              <a:gd name="csX4" fmla="*/ 0 w 5689619"/>
              <a:gd name="csY4" fmla="*/ 2951892 h 5902779"/>
              <a:gd name="csX0" fmla="*/ 0 w 5995899"/>
              <a:gd name="csY0" fmla="*/ 2949865 h 5899667"/>
              <a:gd name="csX1" fmla="*/ 3123709 w 5995899"/>
              <a:gd name="csY1" fmla="*/ 187 h 5899667"/>
              <a:gd name="csX2" fmla="*/ 5991922 w 5995899"/>
              <a:gd name="csY2" fmla="*/ 2860226 h 5899667"/>
              <a:gd name="csX3" fmla="*/ 3123709 w 5995899"/>
              <a:gd name="csY3" fmla="*/ 5899543 h 5899667"/>
              <a:gd name="csX4" fmla="*/ 0 w 5995899"/>
              <a:gd name="csY4" fmla="*/ 2949865 h 5899667"/>
              <a:gd name="csX0" fmla="*/ 0 w 6179730"/>
              <a:gd name="csY0" fmla="*/ 2951250 h 5902476"/>
              <a:gd name="csX1" fmla="*/ 3123709 w 6179730"/>
              <a:gd name="csY1" fmla="*/ 1572 h 5902476"/>
              <a:gd name="csX2" fmla="*/ 6176029 w 6179730"/>
              <a:gd name="csY2" fmla="*/ 3278921 h 5902476"/>
              <a:gd name="csX3" fmla="*/ 3123709 w 6179730"/>
              <a:gd name="csY3" fmla="*/ 5900928 h 5902476"/>
              <a:gd name="csX4" fmla="*/ 0 w 6179730"/>
              <a:gd name="csY4" fmla="*/ 2951250 h 5902476"/>
              <a:gd name="csX0" fmla="*/ 0 w 5372449"/>
              <a:gd name="csY0" fmla="*/ 2916957 h 5903190"/>
              <a:gd name="csX1" fmla="*/ 2316639 w 5372449"/>
              <a:gd name="csY1" fmla="*/ 1955 h 5903190"/>
              <a:gd name="csX2" fmla="*/ 5368959 w 5372449"/>
              <a:gd name="csY2" fmla="*/ 3279304 h 5903190"/>
              <a:gd name="csX3" fmla="*/ 2316639 w 5372449"/>
              <a:gd name="csY3" fmla="*/ 5901311 h 5903190"/>
              <a:gd name="csX4" fmla="*/ 0 w 5372449"/>
              <a:gd name="csY4" fmla="*/ 2916957 h 5903190"/>
              <a:gd name="csX0" fmla="*/ 739063 w 6111512"/>
              <a:gd name="csY0" fmla="*/ 2915925 h 5902158"/>
              <a:gd name="csX1" fmla="*/ 3055702 w 6111512"/>
              <a:gd name="csY1" fmla="*/ 923 h 5902158"/>
              <a:gd name="csX2" fmla="*/ 6108022 w 6111512"/>
              <a:gd name="csY2" fmla="*/ 3278272 h 5902158"/>
              <a:gd name="csX3" fmla="*/ 3055702 w 6111512"/>
              <a:gd name="csY3" fmla="*/ 5900279 h 5902158"/>
              <a:gd name="csX4" fmla="*/ 739063 w 6111512"/>
              <a:gd name="csY4" fmla="*/ 2915925 h 59021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11512" h="5902158">
                <a:moveTo>
                  <a:pt x="739063" y="2915925"/>
                </a:moveTo>
                <a:cubicBezTo>
                  <a:pt x="3039212" y="2864611"/>
                  <a:pt x="2160876" y="-59468"/>
                  <a:pt x="3055702" y="923"/>
                </a:cubicBezTo>
                <a:cubicBezTo>
                  <a:pt x="3950528" y="61314"/>
                  <a:pt x="6212348" y="1283776"/>
                  <a:pt x="6108022" y="3278272"/>
                </a:cubicBezTo>
                <a:cubicBezTo>
                  <a:pt x="4782448" y="4554751"/>
                  <a:pt x="3950528" y="5960670"/>
                  <a:pt x="3055702" y="5900279"/>
                </a:cubicBezTo>
                <a:cubicBezTo>
                  <a:pt x="2160876" y="5839888"/>
                  <a:pt x="-1561086" y="2967239"/>
                  <a:pt x="739063" y="291592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1AA897-6F4D-7767-E6AD-28DF50C3053D}"/>
              </a:ext>
            </a:extLst>
          </p:cNvPr>
          <p:cNvSpPr/>
          <p:nvPr/>
        </p:nvSpPr>
        <p:spPr>
          <a:xfrm>
            <a:off x="2404087" y="1359582"/>
            <a:ext cx="7452376" cy="459284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196FF07-C051-E30B-978F-1D009C479976}"/>
              </a:ext>
            </a:extLst>
          </p:cNvPr>
          <p:cNvSpPr/>
          <p:nvPr/>
        </p:nvSpPr>
        <p:spPr>
          <a:xfrm rot="484401">
            <a:off x="-161842" y="-289594"/>
            <a:ext cx="5905060" cy="5928751"/>
          </a:xfrm>
          <a:custGeom>
            <a:avLst/>
            <a:gdLst>
              <a:gd name="csX0" fmla="*/ 4615543 w 5645894"/>
              <a:gd name="csY0" fmla="*/ 0 h 5428342"/>
              <a:gd name="csX1" fmla="*/ 5319485 w 5645894"/>
              <a:gd name="csY1" fmla="*/ 4165600 h 5428342"/>
              <a:gd name="csX2" fmla="*/ 0 w 5645894"/>
              <a:gd name="csY2" fmla="*/ 5428342 h 5428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645894" h="5428342">
                <a:moveTo>
                  <a:pt x="4615543" y="0"/>
                </a:moveTo>
                <a:cubicBezTo>
                  <a:pt x="5352142" y="1630438"/>
                  <a:pt x="6088742" y="3260876"/>
                  <a:pt x="5319485" y="4165600"/>
                </a:cubicBezTo>
                <a:cubicBezTo>
                  <a:pt x="4550228" y="5070324"/>
                  <a:pt x="2275114" y="5249333"/>
                  <a:pt x="0" y="5428342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8034D7B-8804-0412-6557-3ED2D4B4F8D7}"/>
              </a:ext>
            </a:extLst>
          </p:cNvPr>
          <p:cNvSpPr/>
          <p:nvPr/>
        </p:nvSpPr>
        <p:spPr>
          <a:xfrm>
            <a:off x="7553267" y="2307771"/>
            <a:ext cx="4849190" cy="4751743"/>
          </a:xfrm>
          <a:custGeom>
            <a:avLst/>
            <a:gdLst>
              <a:gd name="csX0" fmla="*/ 4638733 w 4638733"/>
              <a:gd name="csY0" fmla="*/ 509375 h 4696746"/>
              <a:gd name="csX1" fmla="*/ 2744619 w 4638733"/>
              <a:gd name="csY1" fmla="*/ 139261 h 4696746"/>
              <a:gd name="csX2" fmla="*/ 2026162 w 4638733"/>
              <a:gd name="csY2" fmla="*/ 2570404 h 4696746"/>
              <a:gd name="csX3" fmla="*/ 182847 w 4638733"/>
              <a:gd name="csY3" fmla="*/ 3274346 h 4696746"/>
              <a:gd name="csX4" fmla="*/ 66733 w 4638733"/>
              <a:gd name="csY4" fmla="*/ 4696746 h 4696746"/>
              <a:gd name="csX5" fmla="*/ 66733 w 4638733"/>
              <a:gd name="csY5" fmla="*/ 4696746 h 46967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38733" h="4696746">
                <a:moveTo>
                  <a:pt x="4638733" y="509375"/>
                </a:moveTo>
                <a:cubicBezTo>
                  <a:pt x="3909390" y="152565"/>
                  <a:pt x="3180047" y="-204244"/>
                  <a:pt x="2744619" y="139261"/>
                </a:cubicBezTo>
                <a:cubicBezTo>
                  <a:pt x="2309191" y="482766"/>
                  <a:pt x="2453124" y="2047890"/>
                  <a:pt x="2026162" y="2570404"/>
                </a:cubicBezTo>
                <a:cubicBezTo>
                  <a:pt x="1599200" y="3092918"/>
                  <a:pt x="509418" y="2919956"/>
                  <a:pt x="182847" y="3274346"/>
                </a:cubicBezTo>
                <a:cubicBezTo>
                  <a:pt x="-143724" y="3628736"/>
                  <a:pt x="66733" y="4696746"/>
                  <a:pt x="66733" y="4696746"/>
                </a:cubicBezTo>
                <a:lnTo>
                  <a:pt x="66733" y="4696746"/>
                </a:ln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C1579C-86EF-925C-1664-7C8F72EBCAA7}"/>
              </a:ext>
            </a:extLst>
          </p:cNvPr>
          <p:cNvSpPr/>
          <p:nvPr/>
        </p:nvSpPr>
        <p:spPr>
          <a:xfrm>
            <a:off x="3048840" y="3255962"/>
            <a:ext cx="6558782" cy="196220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Synapse : Academic Resource Sharing System </a:t>
            </a:r>
          </a:p>
          <a:p>
            <a:pPr lvl="0" algn="ctr" defTabSz="914400" eaLnBrk="0" fontAlgn="base" hangingPunct="0">
              <a:lnSpc>
                <a:spcPts val="23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Project </a:t>
            </a: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BY :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ANYA RAJAN, AAYUSHI DWIVEDI,ARPIT SINGAL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SUMIT SINGH,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KARTIKA JOSHI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23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030EDF1-D199-C549-0846-0E9720ED9477}"/>
              </a:ext>
            </a:extLst>
          </p:cNvPr>
          <p:cNvSpPr/>
          <p:nvPr/>
        </p:nvSpPr>
        <p:spPr>
          <a:xfrm>
            <a:off x="-6081485" y="-270477"/>
            <a:ext cx="19216308" cy="7658248"/>
          </a:xfrm>
          <a:custGeom>
            <a:avLst/>
            <a:gdLst>
              <a:gd name="csX0" fmla="*/ 0 w 13156593"/>
              <a:gd name="csY0" fmla="*/ 5169048 h 7498636"/>
              <a:gd name="csX1" fmla="*/ 3606800 w 13156593"/>
              <a:gd name="csY1" fmla="*/ 807506 h 7498636"/>
              <a:gd name="csX2" fmla="*/ 7467600 w 13156593"/>
              <a:gd name="csY2" fmla="*/ 3035448 h 7498636"/>
              <a:gd name="csX3" fmla="*/ 11582400 w 13156593"/>
              <a:gd name="csY3" fmla="*/ 16477 h 7498636"/>
              <a:gd name="csX4" fmla="*/ 13004800 w 13156593"/>
              <a:gd name="csY4" fmla="*/ 4661048 h 7498636"/>
              <a:gd name="csX5" fmla="*/ 8287657 w 13156593"/>
              <a:gd name="csY5" fmla="*/ 6003620 h 7498636"/>
              <a:gd name="csX6" fmla="*/ 6756400 w 13156593"/>
              <a:gd name="csY6" fmla="*/ 7498591 h 7498636"/>
              <a:gd name="csX7" fmla="*/ 3991428 w 13156593"/>
              <a:gd name="csY7" fmla="*/ 6061677 h 7498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156593" h="7498636">
                <a:moveTo>
                  <a:pt x="0" y="5169048"/>
                </a:moveTo>
                <a:cubicBezTo>
                  <a:pt x="1181100" y="3166077"/>
                  <a:pt x="2362200" y="1163106"/>
                  <a:pt x="3606800" y="807506"/>
                </a:cubicBezTo>
                <a:cubicBezTo>
                  <a:pt x="4851400" y="451906"/>
                  <a:pt x="6138333" y="3167286"/>
                  <a:pt x="7467600" y="3035448"/>
                </a:cubicBezTo>
                <a:cubicBezTo>
                  <a:pt x="8796867" y="2903610"/>
                  <a:pt x="10659533" y="-254456"/>
                  <a:pt x="11582400" y="16477"/>
                </a:cubicBezTo>
                <a:cubicBezTo>
                  <a:pt x="12505267" y="287410"/>
                  <a:pt x="13553924" y="3663191"/>
                  <a:pt x="13004800" y="4661048"/>
                </a:cubicBezTo>
                <a:cubicBezTo>
                  <a:pt x="12455676" y="5658905"/>
                  <a:pt x="9329057" y="5530696"/>
                  <a:pt x="8287657" y="6003620"/>
                </a:cubicBezTo>
                <a:cubicBezTo>
                  <a:pt x="7246257" y="6476544"/>
                  <a:pt x="7472438" y="7488915"/>
                  <a:pt x="6756400" y="7498591"/>
                </a:cubicBezTo>
                <a:cubicBezTo>
                  <a:pt x="6040362" y="7508267"/>
                  <a:pt x="5041295" y="5969753"/>
                  <a:pt x="3991428" y="606167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F5D40D-4494-530F-5895-E3E120FF0F6E}"/>
              </a:ext>
            </a:extLst>
          </p:cNvPr>
          <p:cNvSpPr/>
          <p:nvPr/>
        </p:nvSpPr>
        <p:spPr>
          <a:xfrm>
            <a:off x="943429" y="2293257"/>
            <a:ext cx="10566400" cy="280490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51F83-AB21-4FF7-E5B5-4A02E6E5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6CAA1-0FAE-AF8C-08CD-B8C15D8E43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6628" y="2543614"/>
            <a:ext cx="1027717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are scattered across platforms (WhatsApp, Drive, etc.)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find reliable and organized study material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 system for sharing &amp; accessing notes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98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2516B24-BBE7-4DF0-318D-5878F0A157C2}"/>
              </a:ext>
            </a:extLst>
          </p:cNvPr>
          <p:cNvSpPr/>
          <p:nvPr/>
        </p:nvSpPr>
        <p:spPr>
          <a:xfrm>
            <a:off x="-58057" y="-370186"/>
            <a:ext cx="12492568" cy="7641843"/>
          </a:xfrm>
          <a:custGeom>
            <a:avLst/>
            <a:gdLst>
              <a:gd name="csX0" fmla="*/ 0 w 12492568"/>
              <a:gd name="csY0" fmla="*/ 6647615 h 7641843"/>
              <a:gd name="csX1" fmla="*/ 2119086 w 12492568"/>
              <a:gd name="csY1" fmla="*/ 1241043 h 7641843"/>
              <a:gd name="csX2" fmla="*/ 8396514 w 12492568"/>
              <a:gd name="csY2" fmla="*/ 2351386 h 7641843"/>
              <a:gd name="csX3" fmla="*/ 10167257 w 12492568"/>
              <a:gd name="csY3" fmla="*/ 72 h 7641843"/>
              <a:gd name="csX4" fmla="*/ 12489543 w 12492568"/>
              <a:gd name="csY4" fmla="*/ 2438472 h 7641843"/>
              <a:gd name="csX5" fmla="*/ 10697028 w 12492568"/>
              <a:gd name="csY5" fmla="*/ 5871100 h 7641843"/>
              <a:gd name="csX6" fmla="*/ 12446000 w 12492568"/>
              <a:gd name="csY6" fmla="*/ 7641843 h 764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492568" h="7641843">
                <a:moveTo>
                  <a:pt x="0" y="6647615"/>
                </a:moveTo>
                <a:cubicBezTo>
                  <a:pt x="359833" y="4302348"/>
                  <a:pt x="719667" y="1957081"/>
                  <a:pt x="2119086" y="1241043"/>
                </a:cubicBezTo>
                <a:cubicBezTo>
                  <a:pt x="3518505" y="525005"/>
                  <a:pt x="7055152" y="2558214"/>
                  <a:pt x="8396514" y="2351386"/>
                </a:cubicBezTo>
                <a:cubicBezTo>
                  <a:pt x="9737876" y="2144557"/>
                  <a:pt x="9485086" y="-14442"/>
                  <a:pt x="10167257" y="72"/>
                </a:cubicBezTo>
                <a:cubicBezTo>
                  <a:pt x="10849428" y="14586"/>
                  <a:pt x="12401248" y="1459967"/>
                  <a:pt x="12489543" y="2438472"/>
                </a:cubicBezTo>
                <a:cubicBezTo>
                  <a:pt x="12577838" y="3416977"/>
                  <a:pt x="10704285" y="5003872"/>
                  <a:pt x="10697028" y="5871100"/>
                </a:cubicBezTo>
                <a:cubicBezTo>
                  <a:pt x="10689771" y="6738328"/>
                  <a:pt x="11567885" y="7190085"/>
                  <a:pt x="12446000" y="76418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36B02-06D4-6AB4-6AFE-D290B89B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(SYNAPSE)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5D828-AB49-81E2-9AE2-7CA14F0D6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4CC349-5D16-4C54-3635-C114348F174E}"/>
              </a:ext>
            </a:extLst>
          </p:cNvPr>
          <p:cNvSpPr/>
          <p:nvPr/>
        </p:nvSpPr>
        <p:spPr>
          <a:xfrm>
            <a:off x="812800" y="2394857"/>
            <a:ext cx="10566400" cy="280490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academic resources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Subject-wise organization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Upload, download, buy/sell notes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Peer-driven content system </a:t>
            </a:r>
          </a:p>
        </p:txBody>
      </p:sp>
    </p:spTree>
    <p:extLst>
      <p:ext uri="{BB962C8B-B14F-4D97-AF65-F5344CB8AC3E}">
        <p14:creationId xmlns:p14="http://schemas.microsoft.com/office/powerpoint/2010/main" val="339968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2A8F-8987-57D7-52AB-C5DE406D5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53AE34-2EC3-3ACB-C028-34F644C2DC6B}"/>
              </a:ext>
            </a:extLst>
          </p:cNvPr>
          <p:cNvSpPr/>
          <p:nvPr/>
        </p:nvSpPr>
        <p:spPr>
          <a:xfrm>
            <a:off x="-1800146" y="-1531311"/>
            <a:ext cx="15966089" cy="8323997"/>
          </a:xfrm>
          <a:custGeom>
            <a:avLst/>
            <a:gdLst>
              <a:gd name="csX0" fmla="*/ 2605689 w 15966089"/>
              <a:gd name="csY0" fmla="*/ 8323997 h 8323997"/>
              <a:gd name="csX1" fmla="*/ 87460 w 15966089"/>
              <a:gd name="csY1" fmla="*/ 4804282 h 8323997"/>
              <a:gd name="csX2" fmla="*/ 5414203 w 15966089"/>
              <a:gd name="csY2" fmla="*/ 2053825 h 8323997"/>
              <a:gd name="csX3" fmla="*/ 5610146 w 15966089"/>
              <a:gd name="csY3" fmla="*/ 1182968 h 8323997"/>
              <a:gd name="csX4" fmla="*/ 10073289 w 15966089"/>
              <a:gd name="csY4" fmla="*/ 2612625 h 8323997"/>
              <a:gd name="csX5" fmla="*/ 12852775 w 15966089"/>
              <a:gd name="csY5" fmla="*/ 54 h 8323997"/>
              <a:gd name="csX6" fmla="*/ 12540717 w 15966089"/>
              <a:gd name="csY6" fmla="*/ 2692454 h 8323997"/>
              <a:gd name="csX7" fmla="*/ 14696089 w 15966089"/>
              <a:gd name="csY7" fmla="*/ 4862340 h 8323997"/>
              <a:gd name="csX8" fmla="*/ 15966089 w 15966089"/>
              <a:gd name="csY8" fmla="*/ 5813025 h 8323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966089" h="8323997">
                <a:moveTo>
                  <a:pt x="2605689" y="8323997"/>
                </a:moveTo>
                <a:cubicBezTo>
                  <a:pt x="1112531" y="7086654"/>
                  <a:pt x="-380626" y="5849311"/>
                  <a:pt x="87460" y="4804282"/>
                </a:cubicBezTo>
                <a:cubicBezTo>
                  <a:pt x="555546" y="3759253"/>
                  <a:pt x="4493755" y="2657377"/>
                  <a:pt x="5414203" y="2053825"/>
                </a:cubicBezTo>
                <a:cubicBezTo>
                  <a:pt x="6334651" y="1450273"/>
                  <a:pt x="4833632" y="1089835"/>
                  <a:pt x="5610146" y="1182968"/>
                </a:cubicBezTo>
                <a:cubicBezTo>
                  <a:pt x="6386660" y="1276101"/>
                  <a:pt x="8866184" y="2809777"/>
                  <a:pt x="10073289" y="2612625"/>
                </a:cubicBezTo>
                <a:cubicBezTo>
                  <a:pt x="11280394" y="2415473"/>
                  <a:pt x="12441537" y="-13251"/>
                  <a:pt x="12852775" y="54"/>
                </a:cubicBezTo>
                <a:cubicBezTo>
                  <a:pt x="13264013" y="13359"/>
                  <a:pt x="12233498" y="1882073"/>
                  <a:pt x="12540717" y="2692454"/>
                </a:cubicBezTo>
                <a:cubicBezTo>
                  <a:pt x="12847936" y="3502835"/>
                  <a:pt x="14125194" y="4342245"/>
                  <a:pt x="14696089" y="4862340"/>
                </a:cubicBezTo>
                <a:cubicBezTo>
                  <a:pt x="15266984" y="5382435"/>
                  <a:pt x="15616536" y="5597730"/>
                  <a:pt x="15966089" y="581302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20614-FC75-5C0E-6E02-07B078D9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&amp; FEATURES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A8BC32-71D2-CBF9-95F2-14F12317699C}"/>
              </a:ext>
            </a:extLst>
          </p:cNvPr>
          <p:cNvSpPr/>
          <p:nvPr/>
        </p:nvSpPr>
        <p:spPr>
          <a:xfrm>
            <a:off x="631371" y="1853860"/>
            <a:ext cx="10929257" cy="83457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students are both buyers and sellers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E2005-02F1-EACD-B0DD-07C8886E0849}"/>
              </a:ext>
            </a:extLst>
          </p:cNvPr>
          <p:cNvSpPr/>
          <p:nvPr/>
        </p:nvSpPr>
        <p:spPr>
          <a:xfrm>
            <a:off x="4977744" y="2771392"/>
            <a:ext cx="223651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7656F3DF-89D6-5ABF-6166-5711AA10A7B9}"/>
              </a:ext>
            </a:extLst>
          </p:cNvPr>
          <p:cNvSpPr/>
          <p:nvPr/>
        </p:nvSpPr>
        <p:spPr>
          <a:xfrm>
            <a:off x="631371" y="3969657"/>
            <a:ext cx="1981200" cy="1030514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Notes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79D64934-71AF-024B-128A-CD992D4E287B}"/>
              </a:ext>
            </a:extLst>
          </p:cNvPr>
          <p:cNvSpPr/>
          <p:nvPr/>
        </p:nvSpPr>
        <p:spPr>
          <a:xfrm>
            <a:off x="7485743" y="5341257"/>
            <a:ext cx="1981200" cy="1030514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Favorite Content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E6C21C3-D180-B7BD-111F-669266902AC3}"/>
              </a:ext>
            </a:extLst>
          </p:cNvPr>
          <p:cNvSpPr/>
          <p:nvPr/>
        </p:nvSpPr>
        <p:spPr>
          <a:xfrm>
            <a:off x="2725057" y="5341257"/>
            <a:ext cx="1981200" cy="1030514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Rate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F3804A58-C052-1243-F68F-524AF0FCEFC6}"/>
              </a:ext>
            </a:extLst>
          </p:cNvPr>
          <p:cNvSpPr/>
          <p:nvPr/>
        </p:nvSpPr>
        <p:spPr>
          <a:xfrm>
            <a:off x="9579427" y="3949530"/>
            <a:ext cx="1981200" cy="1030514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Notes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974D6741-36C8-FB09-56BF-1AF2F1EE10F6}"/>
              </a:ext>
            </a:extLst>
          </p:cNvPr>
          <p:cNvSpPr/>
          <p:nvPr/>
        </p:nvSpPr>
        <p:spPr>
          <a:xfrm>
            <a:off x="5105399" y="3969657"/>
            <a:ext cx="1981200" cy="1030514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Subjects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A308E5-D5DA-B283-5864-7FF1B9B80A30}"/>
              </a:ext>
            </a:extLst>
          </p:cNvPr>
          <p:cNvCxnSpPr/>
          <p:nvPr/>
        </p:nvCxnSpPr>
        <p:spPr>
          <a:xfrm>
            <a:off x="1538514" y="3540833"/>
            <a:ext cx="90315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CFDC0B-2C0D-98C0-DF68-CB60E5F44D07}"/>
              </a:ext>
            </a:extLst>
          </p:cNvPr>
          <p:cNvCxnSpPr/>
          <p:nvPr/>
        </p:nvCxnSpPr>
        <p:spPr>
          <a:xfrm>
            <a:off x="3715657" y="3889829"/>
            <a:ext cx="0" cy="1110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4E8047-47B5-3062-32D6-2370AE005C2B}"/>
              </a:ext>
            </a:extLst>
          </p:cNvPr>
          <p:cNvCxnSpPr/>
          <p:nvPr/>
        </p:nvCxnSpPr>
        <p:spPr>
          <a:xfrm>
            <a:off x="8476343" y="3869702"/>
            <a:ext cx="0" cy="1110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21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F63F2-A802-07CD-7B80-B39E8B10843F}"/>
              </a:ext>
            </a:extLst>
          </p:cNvPr>
          <p:cNvSpPr txBox="1"/>
          <p:nvPr/>
        </p:nvSpPr>
        <p:spPr>
          <a:xfrm>
            <a:off x="863600" y="617248"/>
            <a:ext cx="746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 OVERVIEW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47BE27-058A-A691-9722-FDF1E52ADD83}"/>
              </a:ext>
            </a:extLst>
          </p:cNvPr>
          <p:cNvSpPr/>
          <p:nvPr/>
        </p:nvSpPr>
        <p:spPr>
          <a:xfrm>
            <a:off x="-1005225" y="-522515"/>
            <a:ext cx="13647168" cy="8251371"/>
          </a:xfrm>
          <a:custGeom>
            <a:avLst/>
            <a:gdLst>
              <a:gd name="csX0" fmla="*/ 1048768 w 13144922"/>
              <a:gd name="csY0" fmla="*/ 3011714 h 7621018"/>
              <a:gd name="csX1" fmla="*/ 3632311 w 13144922"/>
              <a:gd name="csY1" fmla="*/ 5805714 h 7621018"/>
              <a:gd name="csX2" fmla="*/ 69054 w 13144922"/>
              <a:gd name="csY2" fmla="*/ 5558971 h 7621018"/>
              <a:gd name="csX3" fmla="*/ 1810768 w 13144922"/>
              <a:gd name="csY3" fmla="*/ 7097485 h 7621018"/>
              <a:gd name="csX4" fmla="*/ 8030139 w 13144922"/>
              <a:gd name="csY4" fmla="*/ 5442857 h 7621018"/>
              <a:gd name="csX5" fmla="*/ 12529568 w 13144922"/>
              <a:gd name="csY5" fmla="*/ 7620000 h 7621018"/>
              <a:gd name="csX6" fmla="*/ 12979511 w 13144922"/>
              <a:gd name="csY6" fmla="*/ 5116285 h 7621018"/>
              <a:gd name="csX7" fmla="*/ 11346654 w 13144922"/>
              <a:gd name="csY7" fmla="*/ 2489200 h 7621018"/>
              <a:gd name="csX8" fmla="*/ 11593396 w 13144922"/>
              <a:gd name="csY8" fmla="*/ 0 h 7621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144922" h="7621018">
                <a:moveTo>
                  <a:pt x="1048768" y="3011714"/>
                </a:moveTo>
                <a:cubicBezTo>
                  <a:pt x="2422182" y="4196442"/>
                  <a:pt x="3795597" y="5381171"/>
                  <a:pt x="3632311" y="5805714"/>
                </a:cubicBezTo>
                <a:cubicBezTo>
                  <a:pt x="3469025" y="6230257"/>
                  <a:pt x="372644" y="5343676"/>
                  <a:pt x="69054" y="5558971"/>
                </a:cubicBezTo>
                <a:cubicBezTo>
                  <a:pt x="-234537" y="5774266"/>
                  <a:pt x="483921" y="7116837"/>
                  <a:pt x="1810768" y="7097485"/>
                </a:cubicBezTo>
                <a:cubicBezTo>
                  <a:pt x="3137615" y="7078133"/>
                  <a:pt x="6243672" y="5355771"/>
                  <a:pt x="8030139" y="5442857"/>
                </a:cubicBezTo>
                <a:cubicBezTo>
                  <a:pt x="9816606" y="5529943"/>
                  <a:pt x="11704673" y="7674429"/>
                  <a:pt x="12529568" y="7620000"/>
                </a:cubicBezTo>
                <a:cubicBezTo>
                  <a:pt x="13354463" y="7565571"/>
                  <a:pt x="13176663" y="5971418"/>
                  <a:pt x="12979511" y="5116285"/>
                </a:cubicBezTo>
                <a:cubicBezTo>
                  <a:pt x="12782359" y="4261152"/>
                  <a:pt x="11577673" y="3341914"/>
                  <a:pt x="11346654" y="2489200"/>
                </a:cubicBezTo>
                <a:cubicBezTo>
                  <a:pt x="11115635" y="1636486"/>
                  <a:pt x="11354515" y="818243"/>
                  <a:pt x="1159339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122E-4D94-A08C-41F5-F00B87CF4187}"/>
              </a:ext>
            </a:extLst>
          </p:cNvPr>
          <p:cNvSpPr/>
          <p:nvPr/>
        </p:nvSpPr>
        <p:spPr>
          <a:xfrm>
            <a:off x="3780972" y="1603438"/>
            <a:ext cx="5130800" cy="4637314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&amp; Universities </a:t>
            </a:r>
          </a:p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Subjects &amp; Notes </a:t>
            </a:r>
          </a:p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Purchases &amp; Payments </a:t>
            </a:r>
          </a:p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Reviews, Tags, Favorites </a:t>
            </a:r>
          </a:p>
        </p:txBody>
      </p:sp>
    </p:spTree>
    <p:extLst>
      <p:ext uri="{BB962C8B-B14F-4D97-AF65-F5344CB8AC3E}">
        <p14:creationId xmlns:p14="http://schemas.microsoft.com/office/powerpoint/2010/main" val="199147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AF782-BDFC-FE5C-CF6E-E4B0F0484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85" y="1195084"/>
            <a:ext cx="9833429" cy="526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EC585C-6A5F-5F41-358B-975DC1305EBE}"/>
              </a:ext>
            </a:extLst>
          </p:cNvPr>
          <p:cNvSpPr txBox="1"/>
          <p:nvPr/>
        </p:nvSpPr>
        <p:spPr>
          <a:xfrm>
            <a:off x="566056" y="207929"/>
            <a:ext cx="100511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OF DATABASE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1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3E3F328-11B2-488C-F69A-5223D70F4C48}"/>
              </a:ext>
            </a:extLst>
          </p:cNvPr>
          <p:cNvSpPr/>
          <p:nvPr/>
        </p:nvSpPr>
        <p:spPr>
          <a:xfrm>
            <a:off x="-435991" y="-609600"/>
            <a:ext cx="15247820" cy="8657772"/>
          </a:xfrm>
          <a:custGeom>
            <a:avLst/>
            <a:gdLst>
              <a:gd name="csX0" fmla="*/ 414220 w 13478391"/>
              <a:gd name="csY0" fmla="*/ 3473691 h 8147291"/>
              <a:gd name="csX1" fmla="*/ 878677 w 13478391"/>
              <a:gd name="csY1" fmla="*/ 723234 h 8147291"/>
              <a:gd name="csX2" fmla="*/ 8237420 w 13478391"/>
              <a:gd name="csY2" fmla="*/ 1412663 h 8147291"/>
              <a:gd name="csX3" fmla="*/ 10777420 w 13478391"/>
              <a:gd name="csY3" fmla="*/ 4777 h 8147291"/>
              <a:gd name="csX4" fmla="*/ 11495877 w 13478391"/>
              <a:gd name="csY4" fmla="*/ 962720 h 8147291"/>
              <a:gd name="csX5" fmla="*/ 13440791 w 13478391"/>
              <a:gd name="csY5" fmla="*/ 1223977 h 8147291"/>
              <a:gd name="csX6" fmla="*/ 9572734 w 13478391"/>
              <a:gd name="csY6" fmla="*/ 3212434 h 8147291"/>
              <a:gd name="csX7" fmla="*/ 11706334 w 13478391"/>
              <a:gd name="csY7" fmla="*/ 8147291 h 81472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478391" h="8147291">
                <a:moveTo>
                  <a:pt x="414220" y="3473691"/>
                </a:moveTo>
                <a:cubicBezTo>
                  <a:pt x="-5485" y="2270215"/>
                  <a:pt x="-425190" y="1066739"/>
                  <a:pt x="878677" y="723234"/>
                </a:cubicBezTo>
                <a:cubicBezTo>
                  <a:pt x="2182544" y="379729"/>
                  <a:pt x="6587630" y="1532406"/>
                  <a:pt x="8237420" y="1412663"/>
                </a:cubicBezTo>
                <a:cubicBezTo>
                  <a:pt x="9887210" y="1292920"/>
                  <a:pt x="10234344" y="79767"/>
                  <a:pt x="10777420" y="4777"/>
                </a:cubicBezTo>
                <a:cubicBezTo>
                  <a:pt x="11320496" y="-70214"/>
                  <a:pt x="11051982" y="759520"/>
                  <a:pt x="11495877" y="962720"/>
                </a:cubicBezTo>
                <a:cubicBezTo>
                  <a:pt x="11939772" y="1165920"/>
                  <a:pt x="13761315" y="849025"/>
                  <a:pt x="13440791" y="1223977"/>
                </a:cubicBezTo>
                <a:cubicBezTo>
                  <a:pt x="13120267" y="1598929"/>
                  <a:pt x="9861810" y="2058548"/>
                  <a:pt x="9572734" y="3212434"/>
                </a:cubicBezTo>
                <a:cubicBezTo>
                  <a:pt x="9283658" y="4366320"/>
                  <a:pt x="11249134" y="7438510"/>
                  <a:pt x="11706334" y="814729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8E21C-D3A9-6A18-38E9-C1DE45E49958}"/>
              </a:ext>
            </a:extLst>
          </p:cNvPr>
          <p:cNvSpPr txBox="1"/>
          <p:nvPr/>
        </p:nvSpPr>
        <p:spPr>
          <a:xfrm>
            <a:off x="696685" y="508392"/>
            <a:ext cx="100571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(FEW MAJOR EXAMPLES)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B6165-D98F-9376-1A2D-617FC575BD23}"/>
              </a:ext>
            </a:extLst>
          </p:cNvPr>
          <p:cNvSpPr/>
          <p:nvPr/>
        </p:nvSpPr>
        <p:spPr>
          <a:xfrm>
            <a:off x="914400" y="1683657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1246F-7B8D-A847-05F0-E377ED8908D2}"/>
              </a:ext>
            </a:extLst>
          </p:cNvPr>
          <p:cNvSpPr/>
          <p:nvPr/>
        </p:nvSpPr>
        <p:spPr>
          <a:xfrm>
            <a:off x="914400" y="2596242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1C66A-4686-BA62-86A6-FA761B157E53}"/>
              </a:ext>
            </a:extLst>
          </p:cNvPr>
          <p:cNvSpPr/>
          <p:nvPr/>
        </p:nvSpPr>
        <p:spPr>
          <a:xfrm>
            <a:off x="914400" y="3479800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SUJECTS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63C99-9C9F-0E39-03C7-806E7305670A}"/>
              </a:ext>
            </a:extLst>
          </p:cNvPr>
          <p:cNvSpPr/>
          <p:nvPr/>
        </p:nvSpPr>
        <p:spPr>
          <a:xfrm>
            <a:off x="914400" y="5428343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B4A55-C417-A23D-EBAC-ECAE81D10671}"/>
              </a:ext>
            </a:extLst>
          </p:cNvPr>
          <p:cNvSpPr/>
          <p:nvPr/>
        </p:nvSpPr>
        <p:spPr>
          <a:xfrm>
            <a:off x="914400" y="4412344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40CBB5-91FE-1362-9AF2-F5BE5E9CC199}"/>
              </a:ext>
            </a:extLst>
          </p:cNvPr>
          <p:cNvSpPr/>
          <p:nvPr/>
        </p:nvSpPr>
        <p:spPr>
          <a:xfrm>
            <a:off x="5214257" y="4434114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9A75B7-E623-D60C-303F-1D700071F9B7}"/>
              </a:ext>
            </a:extLst>
          </p:cNvPr>
          <p:cNvSpPr/>
          <p:nvPr/>
        </p:nvSpPr>
        <p:spPr>
          <a:xfrm>
            <a:off x="5214257" y="5428343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E1618-C532-8BE8-3B0A-94739C98272D}"/>
              </a:ext>
            </a:extLst>
          </p:cNvPr>
          <p:cNvSpPr/>
          <p:nvPr/>
        </p:nvSpPr>
        <p:spPr>
          <a:xfrm>
            <a:off x="9514114" y="5428343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NOTES_TAGS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0061A2-980F-44BA-764F-02A83B035F0F}"/>
              </a:ext>
            </a:extLst>
          </p:cNvPr>
          <p:cNvSpPr/>
          <p:nvPr/>
        </p:nvSpPr>
        <p:spPr>
          <a:xfrm>
            <a:off x="9514114" y="4434114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0DEF12-9690-C1B9-D0A0-21CC2E7CAC16}"/>
              </a:ext>
            </a:extLst>
          </p:cNvPr>
          <p:cNvSpPr/>
          <p:nvPr/>
        </p:nvSpPr>
        <p:spPr>
          <a:xfrm>
            <a:off x="9514114" y="3512457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4FF88-76EA-FA84-A378-B3614F3C899C}"/>
              </a:ext>
            </a:extLst>
          </p:cNvPr>
          <p:cNvSpPr/>
          <p:nvPr/>
        </p:nvSpPr>
        <p:spPr>
          <a:xfrm>
            <a:off x="9514114" y="2590800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BF77C-B90B-29D2-48AC-220C4002DA92}"/>
              </a:ext>
            </a:extLst>
          </p:cNvPr>
          <p:cNvSpPr/>
          <p:nvPr/>
        </p:nvSpPr>
        <p:spPr>
          <a:xfrm>
            <a:off x="9514114" y="1683657"/>
            <a:ext cx="176348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AF0E86-1900-B2C3-A630-04B0EFB4228C}"/>
              </a:ext>
            </a:extLst>
          </p:cNvPr>
          <p:cNvCxnSpPr/>
          <p:nvPr/>
        </p:nvCxnSpPr>
        <p:spPr>
          <a:xfrm>
            <a:off x="2960914" y="1988457"/>
            <a:ext cx="6226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792C25-A708-9A8D-1D8D-FD439C88E626}"/>
              </a:ext>
            </a:extLst>
          </p:cNvPr>
          <p:cNvCxnSpPr/>
          <p:nvPr/>
        </p:nvCxnSpPr>
        <p:spPr>
          <a:xfrm>
            <a:off x="3004456" y="2895600"/>
            <a:ext cx="6226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BE1B37-F537-B5C7-14CD-77A1484E402E}"/>
              </a:ext>
            </a:extLst>
          </p:cNvPr>
          <p:cNvCxnSpPr/>
          <p:nvPr/>
        </p:nvCxnSpPr>
        <p:spPr>
          <a:xfrm>
            <a:off x="3004456" y="3817257"/>
            <a:ext cx="6226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8EB7A2-279E-4BD0-EB17-B7674EADFAD6}"/>
              </a:ext>
            </a:extLst>
          </p:cNvPr>
          <p:cNvCxnSpPr>
            <a:cxnSpLocks/>
          </p:cNvCxnSpPr>
          <p:nvPr/>
        </p:nvCxnSpPr>
        <p:spPr>
          <a:xfrm>
            <a:off x="7257141" y="4738914"/>
            <a:ext cx="19739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B9A830-F48B-3854-CEE4-8CA2B61684F1}"/>
              </a:ext>
            </a:extLst>
          </p:cNvPr>
          <p:cNvCxnSpPr>
            <a:cxnSpLocks/>
          </p:cNvCxnSpPr>
          <p:nvPr/>
        </p:nvCxnSpPr>
        <p:spPr>
          <a:xfrm>
            <a:off x="7315199" y="5783943"/>
            <a:ext cx="19739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B9B978-9832-5C01-27B2-A0B7613517A9}"/>
              </a:ext>
            </a:extLst>
          </p:cNvPr>
          <p:cNvCxnSpPr>
            <a:cxnSpLocks/>
          </p:cNvCxnSpPr>
          <p:nvPr/>
        </p:nvCxnSpPr>
        <p:spPr>
          <a:xfrm>
            <a:off x="3004456" y="4717144"/>
            <a:ext cx="19376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D0CF7A-2464-3D94-2C7F-67386A71A2A1}"/>
              </a:ext>
            </a:extLst>
          </p:cNvPr>
          <p:cNvCxnSpPr>
            <a:cxnSpLocks/>
          </p:cNvCxnSpPr>
          <p:nvPr/>
        </p:nvCxnSpPr>
        <p:spPr>
          <a:xfrm>
            <a:off x="3004456" y="5733143"/>
            <a:ext cx="19376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235672D-DC98-BCD7-2ED2-53DE75D6B468}"/>
              </a:ext>
            </a:extLst>
          </p:cNvPr>
          <p:cNvSpPr/>
          <p:nvPr/>
        </p:nvSpPr>
        <p:spPr>
          <a:xfrm>
            <a:off x="5734362" y="1477051"/>
            <a:ext cx="7232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1:N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86612F-2B64-CF32-7589-CFE6BDB7A50F}"/>
              </a:ext>
            </a:extLst>
          </p:cNvPr>
          <p:cNvSpPr/>
          <p:nvPr/>
        </p:nvSpPr>
        <p:spPr>
          <a:xfrm>
            <a:off x="5748876" y="2372380"/>
            <a:ext cx="7232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1:N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93A2ED-AA77-ABBB-72BA-DC389AAB2355}"/>
              </a:ext>
            </a:extLst>
          </p:cNvPr>
          <p:cNvSpPr/>
          <p:nvPr/>
        </p:nvSpPr>
        <p:spPr>
          <a:xfrm>
            <a:off x="5748875" y="3267709"/>
            <a:ext cx="7232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1:N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5FFC35-1A56-20A3-346A-28B7285540D4}"/>
              </a:ext>
            </a:extLst>
          </p:cNvPr>
          <p:cNvSpPr/>
          <p:nvPr/>
        </p:nvSpPr>
        <p:spPr>
          <a:xfrm>
            <a:off x="3514703" y="4172504"/>
            <a:ext cx="86273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M:N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B5DFBC-6633-DBC0-C64D-18DB7AFE68DD}"/>
              </a:ext>
            </a:extLst>
          </p:cNvPr>
          <p:cNvSpPr/>
          <p:nvPr/>
        </p:nvSpPr>
        <p:spPr>
          <a:xfrm>
            <a:off x="3514702" y="5188502"/>
            <a:ext cx="86273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M:N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436B80-4C50-2728-6297-3F2BDAFA210D}"/>
              </a:ext>
            </a:extLst>
          </p:cNvPr>
          <p:cNvSpPr/>
          <p:nvPr/>
        </p:nvSpPr>
        <p:spPr>
          <a:xfrm>
            <a:off x="7555463" y="4369582"/>
            <a:ext cx="137730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Bridge table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687231-C9CD-0588-8540-539E28A351BF}"/>
              </a:ext>
            </a:extLst>
          </p:cNvPr>
          <p:cNvSpPr/>
          <p:nvPr/>
        </p:nvSpPr>
        <p:spPr>
          <a:xfrm>
            <a:off x="7613521" y="5363811"/>
            <a:ext cx="137730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Bridge table </a:t>
            </a:r>
          </a:p>
        </p:txBody>
      </p:sp>
    </p:spTree>
    <p:extLst>
      <p:ext uri="{BB962C8B-B14F-4D97-AF65-F5344CB8AC3E}">
        <p14:creationId xmlns:p14="http://schemas.microsoft.com/office/powerpoint/2010/main" val="2024351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98932B7-ECCA-68BC-6648-B67717B68A73}"/>
              </a:ext>
            </a:extLst>
          </p:cNvPr>
          <p:cNvSpPr/>
          <p:nvPr/>
        </p:nvSpPr>
        <p:spPr>
          <a:xfrm>
            <a:off x="890938" y="2271486"/>
            <a:ext cx="11598605" cy="4630057"/>
          </a:xfrm>
          <a:custGeom>
            <a:avLst/>
            <a:gdLst>
              <a:gd name="csX0" fmla="*/ 582262 w 11598605"/>
              <a:gd name="csY0" fmla="*/ 4630057 h 4630057"/>
              <a:gd name="csX1" fmla="*/ 734662 w 11598605"/>
              <a:gd name="csY1" fmla="*/ 2053771 h 4630057"/>
              <a:gd name="csX2" fmla="*/ 7832148 w 11598605"/>
              <a:gd name="csY2" fmla="*/ 3744685 h 4630057"/>
              <a:gd name="csX3" fmla="*/ 11598605 w 11598605"/>
              <a:gd name="csY3" fmla="*/ 0 h 4630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598605" h="4630057">
                <a:moveTo>
                  <a:pt x="582262" y="4630057"/>
                </a:moveTo>
                <a:cubicBezTo>
                  <a:pt x="54305" y="3415695"/>
                  <a:pt x="-473652" y="2201333"/>
                  <a:pt x="734662" y="2053771"/>
                </a:cubicBezTo>
                <a:cubicBezTo>
                  <a:pt x="1942976" y="1906209"/>
                  <a:pt x="6021491" y="4086980"/>
                  <a:pt x="7832148" y="3744685"/>
                </a:cubicBezTo>
                <a:cubicBezTo>
                  <a:pt x="9642805" y="3402390"/>
                  <a:pt x="10620705" y="1701195"/>
                  <a:pt x="1159860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CBA617-C5F6-6647-B0F9-911E7BADAE8F}"/>
              </a:ext>
            </a:extLst>
          </p:cNvPr>
          <p:cNvSpPr txBox="1"/>
          <p:nvPr/>
        </p:nvSpPr>
        <p:spPr>
          <a:xfrm>
            <a:off x="696686" y="50839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JOINS 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B5B57DD-D4AC-AE47-67F5-4E327CCECED5}"/>
              </a:ext>
            </a:extLst>
          </p:cNvPr>
          <p:cNvSpPr/>
          <p:nvPr/>
        </p:nvSpPr>
        <p:spPr>
          <a:xfrm>
            <a:off x="-239485" y="-638629"/>
            <a:ext cx="8418286" cy="2823029"/>
          </a:xfrm>
          <a:custGeom>
            <a:avLst/>
            <a:gdLst>
              <a:gd name="csX0" fmla="*/ 240214 w 8339185"/>
              <a:gd name="csY0" fmla="*/ 2823029 h 2823029"/>
              <a:gd name="csX1" fmla="*/ 740956 w 8339185"/>
              <a:gd name="csY1" fmla="*/ 1139372 h 2823029"/>
              <a:gd name="csX2" fmla="*/ 6430556 w 8339185"/>
              <a:gd name="csY2" fmla="*/ 1596572 h 2823029"/>
              <a:gd name="csX3" fmla="*/ 8339185 w 8339185"/>
              <a:gd name="csY3" fmla="*/ 0 h 2823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339185" h="2823029">
                <a:moveTo>
                  <a:pt x="240214" y="2823029"/>
                </a:moveTo>
                <a:cubicBezTo>
                  <a:pt x="-25277" y="2083405"/>
                  <a:pt x="-290768" y="1343782"/>
                  <a:pt x="740956" y="1139372"/>
                </a:cubicBezTo>
                <a:cubicBezTo>
                  <a:pt x="1772680" y="934962"/>
                  <a:pt x="5164185" y="1786467"/>
                  <a:pt x="6430556" y="1596572"/>
                </a:cubicBezTo>
                <a:cubicBezTo>
                  <a:pt x="7696927" y="1406677"/>
                  <a:pt x="8018056" y="703338"/>
                  <a:pt x="833918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990DA-4B1B-555C-7B2A-C935CEBA59C4}"/>
              </a:ext>
            </a:extLst>
          </p:cNvPr>
          <p:cNvSpPr/>
          <p:nvPr/>
        </p:nvSpPr>
        <p:spPr>
          <a:xfrm>
            <a:off x="451102" y="1468217"/>
            <a:ext cx="571954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are used to combine data from multiple tables based on related columns.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fetch complete information (notes + seller + university) stored across different tables.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each note along with its seller’s name and university by joining NOTES, SELLERS, USERS, and UNIVERSITIES tables.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4C2A87-83D6-61B0-D6B1-3B1957C252E3}"/>
              </a:ext>
            </a:extLst>
          </p:cNvPr>
          <p:cNvSpPr/>
          <p:nvPr/>
        </p:nvSpPr>
        <p:spPr>
          <a:xfrm>
            <a:off x="6792686" y="1156996"/>
            <a:ext cx="4883020" cy="503853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n.Title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n.Price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SellerName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uni.UniversityName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NOTES 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SELLERS s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n.UploaderID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s.UserID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USERS u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s.UserID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UNIVERSITIES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u.UniversityID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uni.UniversityID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63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431DAF-79F6-14B5-A625-A6DE714F7F26}"/>
              </a:ext>
            </a:extLst>
          </p:cNvPr>
          <p:cNvSpPr txBox="1"/>
          <p:nvPr/>
        </p:nvSpPr>
        <p:spPr>
          <a:xfrm>
            <a:off x="696685" y="508392"/>
            <a:ext cx="72467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AND HAVING 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AA1CD8-FC72-3C37-C71C-475B19920B18}"/>
              </a:ext>
            </a:extLst>
          </p:cNvPr>
          <p:cNvSpPr/>
          <p:nvPr/>
        </p:nvSpPr>
        <p:spPr>
          <a:xfrm>
            <a:off x="1814286" y="14514"/>
            <a:ext cx="11448060" cy="6495143"/>
          </a:xfrm>
          <a:custGeom>
            <a:avLst/>
            <a:gdLst>
              <a:gd name="csX0" fmla="*/ 41861 w 10858550"/>
              <a:gd name="csY0" fmla="*/ 0 h 6495143"/>
              <a:gd name="csX1" fmla="*/ 1065118 w 10858550"/>
              <a:gd name="csY1" fmla="*/ 1306286 h 6495143"/>
              <a:gd name="csX2" fmla="*/ 7168375 w 10858550"/>
              <a:gd name="csY2" fmla="*/ 29029 h 6495143"/>
              <a:gd name="csX3" fmla="*/ 8823004 w 10858550"/>
              <a:gd name="csY3" fmla="*/ 1944915 h 6495143"/>
              <a:gd name="csX4" fmla="*/ 10796947 w 10858550"/>
              <a:gd name="csY4" fmla="*/ 1545772 h 6495143"/>
              <a:gd name="csX5" fmla="*/ 6341061 w 10858550"/>
              <a:gd name="csY5" fmla="*/ 6495143 h 6495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858550" h="6495143">
                <a:moveTo>
                  <a:pt x="41861" y="0"/>
                </a:moveTo>
                <a:cubicBezTo>
                  <a:pt x="-40387" y="650724"/>
                  <a:pt x="-122634" y="1301448"/>
                  <a:pt x="1065118" y="1306286"/>
                </a:cubicBezTo>
                <a:cubicBezTo>
                  <a:pt x="2252870" y="1311124"/>
                  <a:pt x="5875394" y="-77409"/>
                  <a:pt x="7168375" y="29029"/>
                </a:cubicBezTo>
                <a:cubicBezTo>
                  <a:pt x="8461356" y="135467"/>
                  <a:pt x="8218242" y="1692125"/>
                  <a:pt x="8823004" y="1944915"/>
                </a:cubicBezTo>
                <a:cubicBezTo>
                  <a:pt x="9427766" y="2197705"/>
                  <a:pt x="11210604" y="787401"/>
                  <a:pt x="10796947" y="1545772"/>
                </a:cubicBezTo>
                <a:cubicBezTo>
                  <a:pt x="10383290" y="2304143"/>
                  <a:pt x="6684566" y="5527524"/>
                  <a:pt x="6341061" y="64951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3D811-080B-5FE3-5F75-D17D8264BA5C}"/>
              </a:ext>
            </a:extLst>
          </p:cNvPr>
          <p:cNvSpPr/>
          <p:nvPr/>
        </p:nvSpPr>
        <p:spPr>
          <a:xfrm>
            <a:off x="451102" y="1468217"/>
            <a:ext cx="571954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groups records based on a column, and HAVING filters grouped results.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data and identify subjects with multiple uploaded notes.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notes by subject and displays subjects that have at least one note uploaded.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9DC6D1-1C82-3516-BAD7-384605121E83}"/>
              </a:ext>
            </a:extLst>
          </p:cNvPr>
          <p:cNvSpPr/>
          <p:nvPr/>
        </p:nvSpPr>
        <p:spPr>
          <a:xfrm>
            <a:off x="6792686" y="1156996"/>
            <a:ext cx="4883020" cy="503853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s.SubjectName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n.NoteID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TotalNotes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SUBJECTS 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NOTES n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s.SubjectID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n.SubjectID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s.SubjectName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n.NoteID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&gt;= 1;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4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CDE9F-C201-3699-FE88-CB4B29CA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E2A7489-3B64-21B1-F686-9FACB5FFF5E3}"/>
              </a:ext>
            </a:extLst>
          </p:cNvPr>
          <p:cNvSpPr/>
          <p:nvPr/>
        </p:nvSpPr>
        <p:spPr>
          <a:xfrm>
            <a:off x="-1278105" y="373534"/>
            <a:ext cx="14275648" cy="6455437"/>
          </a:xfrm>
          <a:custGeom>
            <a:avLst/>
            <a:gdLst>
              <a:gd name="csX0" fmla="*/ 9754448 w 9754448"/>
              <a:gd name="csY0" fmla="*/ 6455437 h 6455437"/>
              <a:gd name="csX1" fmla="*/ 6960448 w 9754448"/>
              <a:gd name="csY1" fmla="*/ 4307323 h 6455437"/>
              <a:gd name="csX2" fmla="*/ 3259305 w 9754448"/>
              <a:gd name="csY2" fmla="*/ 5838580 h 6455437"/>
              <a:gd name="csX3" fmla="*/ 848 w 9754448"/>
              <a:gd name="csY3" fmla="*/ 4053323 h 6455437"/>
              <a:gd name="csX4" fmla="*/ 3005305 w 9754448"/>
              <a:gd name="csY4" fmla="*/ 90923 h 6455437"/>
              <a:gd name="csX5" fmla="*/ 8985191 w 9754448"/>
              <a:gd name="csY5" fmla="*/ 1121437 h 6455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754448" h="6455437">
                <a:moveTo>
                  <a:pt x="9754448" y="6455437"/>
                </a:moveTo>
                <a:cubicBezTo>
                  <a:pt x="8898710" y="5432784"/>
                  <a:pt x="8042972" y="4410132"/>
                  <a:pt x="6960448" y="4307323"/>
                </a:cubicBezTo>
                <a:cubicBezTo>
                  <a:pt x="5877924" y="4204514"/>
                  <a:pt x="4419238" y="5880913"/>
                  <a:pt x="3259305" y="5838580"/>
                </a:cubicBezTo>
                <a:cubicBezTo>
                  <a:pt x="2099372" y="5796247"/>
                  <a:pt x="43181" y="5011266"/>
                  <a:pt x="848" y="4053323"/>
                </a:cubicBezTo>
                <a:cubicBezTo>
                  <a:pt x="-41485" y="3095380"/>
                  <a:pt x="1507915" y="579571"/>
                  <a:pt x="3005305" y="90923"/>
                </a:cubicBezTo>
                <a:cubicBezTo>
                  <a:pt x="4502695" y="-397725"/>
                  <a:pt x="7412810" y="1248437"/>
                  <a:pt x="8985191" y="112143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1DB314-4869-7A02-8081-6B0BBBDFE7FA}"/>
              </a:ext>
            </a:extLst>
          </p:cNvPr>
          <p:cNvSpPr txBox="1"/>
          <p:nvPr/>
        </p:nvSpPr>
        <p:spPr>
          <a:xfrm>
            <a:off x="696685" y="508392"/>
            <a:ext cx="67128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SUBQUERIES 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89BC3A-5A8B-72EC-DBDA-A1088437FE65}"/>
              </a:ext>
            </a:extLst>
          </p:cNvPr>
          <p:cNvSpPr/>
          <p:nvPr/>
        </p:nvSpPr>
        <p:spPr>
          <a:xfrm>
            <a:off x="451102" y="1468217"/>
            <a:ext cx="5719543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subquery is a query inside another query used for comparison or filtering.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individual user spending with the overall average spending.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users whose total spending is greater than the average spending of all buyers.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9F1501-3CE9-7349-D196-19F155FB109E}"/>
              </a:ext>
            </a:extLst>
          </p:cNvPr>
          <p:cNvSpPr/>
          <p:nvPr/>
        </p:nvSpPr>
        <p:spPr>
          <a:xfrm>
            <a:off x="6792686" y="1156996"/>
            <a:ext cx="4883020" cy="503853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Email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USERS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(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FROM BUYERS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TotalSpent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(SELECT AVG(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TotalSpent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BUYERS)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52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7D4B-B5E4-1194-459B-DC97AC6B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E31D0FD-E99E-F2DB-2A17-A4623FC7E248}"/>
              </a:ext>
            </a:extLst>
          </p:cNvPr>
          <p:cNvSpPr/>
          <p:nvPr/>
        </p:nvSpPr>
        <p:spPr>
          <a:xfrm>
            <a:off x="285326" y="-12441"/>
            <a:ext cx="9549139" cy="6984486"/>
          </a:xfrm>
          <a:custGeom>
            <a:avLst/>
            <a:gdLst>
              <a:gd name="csX0" fmla="*/ 9549139 w 9549139"/>
              <a:gd name="csY0" fmla="*/ 0 h 6984486"/>
              <a:gd name="csX1" fmla="*/ 4274233 w 9549139"/>
              <a:gd name="csY1" fmla="*/ 908180 h 6984486"/>
              <a:gd name="csX2" fmla="*/ 4286674 w 9549139"/>
              <a:gd name="csY2" fmla="*/ 3701143 h 6984486"/>
              <a:gd name="csX3" fmla="*/ 355376 w 9549139"/>
              <a:gd name="csY3" fmla="*/ 4814596 h 6984486"/>
              <a:gd name="csX4" fmla="*/ 548209 w 9549139"/>
              <a:gd name="csY4" fmla="*/ 6941976 h 6984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49139" h="6984486">
                <a:moveTo>
                  <a:pt x="9549139" y="0"/>
                </a:moveTo>
                <a:cubicBezTo>
                  <a:pt x="7350224" y="145661"/>
                  <a:pt x="5151310" y="291323"/>
                  <a:pt x="4274233" y="908180"/>
                </a:cubicBezTo>
                <a:cubicBezTo>
                  <a:pt x="3397156" y="1525037"/>
                  <a:pt x="4939817" y="3050074"/>
                  <a:pt x="4286674" y="3701143"/>
                </a:cubicBezTo>
                <a:cubicBezTo>
                  <a:pt x="3633531" y="4352212"/>
                  <a:pt x="978454" y="4274457"/>
                  <a:pt x="355376" y="4814596"/>
                </a:cubicBezTo>
                <a:cubicBezTo>
                  <a:pt x="-267702" y="5354735"/>
                  <a:pt x="13254" y="7294466"/>
                  <a:pt x="548209" y="694197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1872C0-0E4C-3452-D0E8-708DBE4AD688}"/>
              </a:ext>
            </a:extLst>
          </p:cNvPr>
          <p:cNvSpPr txBox="1"/>
          <p:nvPr/>
        </p:nvSpPr>
        <p:spPr>
          <a:xfrm>
            <a:off x="696685" y="508392"/>
            <a:ext cx="67128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0F0FD-27DB-EA2C-E1ED-DF4425CDF05B}"/>
              </a:ext>
            </a:extLst>
          </p:cNvPr>
          <p:cNvSpPr/>
          <p:nvPr/>
        </p:nvSpPr>
        <p:spPr>
          <a:xfrm>
            <a:off x="451102" y="1468217"/>
            <a:ext cx="571954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perform calculations on data (aggregate for groups, scalar for individual values).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insights like total earnings and to format/display data.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earnings and average rating of sellers, and formats user names in uppercase with their length.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D7D278-E4AA-F38B-7D59-90139DA642E9}"/>
              </a:ext>
            </a:extLst>
          </p:cNvPr>
          <p:cNvSpPr/>
          <p:nvPr/>
        </p:nvSpPr>
        <p:spPr>
          <a:xfrm>
            <a:off x="6792686" y="1156996"/>
            <a:ext cx="4883020" cy="503853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Aggregate: Find total earnings of all sellers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SUM(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TotalEarnings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GlobalEarnings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AverageRating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GlobalRating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SELLERS;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Scalar: Display user names in UPPERCASE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UPPER(Name)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UppercaseName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LENGTH(Name)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USERS;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896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5D97-F545-90C1-F5B7-0DCE1CF7D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DDCE572-688C-3872-2DAE-437227C8BD6D}"/>
              </a:ext>
            </a:extLst>
          </p:cNvPr>
          <p:cNvSpPr/>
          <p:nvPr/>
        </p:nvSpPr>
        <p:spPr>
          <a:xfrm>
            <a:off x="64946" y="708542"/>
            <a:ext cx="12966809" cy="6308077"/>
          </a:xfrm>
          <a:custGeom>
            <a:avLst/>
            <a:gdLst>
              <a:gd name="csX0" fmla="*/ 494891 w 12966809"/>
              <a:gd name="csY0" fmla="*/ 6046820 h 6046820"/>
              <a:gd name="csX1" fmla="*/ 208752 w 12966809"/>
              <a:gd name="csY1" fmla="*/ 4417073 h 6046820"/>
              <a:gd name="csX2" fmla="*/ 3206989 w 12966809"/>
              <a:gd name="csY2" fmla="*/ 4641008 h 6046820"/>
              <a:gd name="csX3" fmla="*/ 5042009 w 12966809"/>
              <a:gd name="csY3" fmla="*/ 1729857 h 6046820"/>
              <a:gd name="csX4" fmla="*/ 6478923 w 12966809"/>
              <a:gd name="csY4" fmla="*/ 584 h 6046820"/>
              <a:gd name="csX5" fmla="*/ 7928278 w 12966809"/>
              <a:gd name="csY5" fmla="*/ 1897808 h 6046820"/>
              <a:gd name="csX6" fmla="*/ 11305960 w 12966809"/>
              <a:gd name="csY6" fmla="*/ 1014510 h 6046820"/>
              <a:gd name="csX7" fmla="*/ 11847136 w 12966809"/>
              <a:gd name="csY7" fmla="*/ 2799767 h 6046820"/>
              <a:gd name="csX8" fmla="*/ 12966809 w 12966809"/>
              <a:gd name="csY8" fmla="*/ 3135669 h 60468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66809" h="6046820">
                <a:moveTo>
                  <a:pt x="494891" y="6046820"/>
                </a:moveTo>
                <a:cubicBezTo>
                  <a:pt x="125813" y="5349097"/>
                  <a:pt x="-243264" y="4651375"/>
                  <a:pt x="208752" y="4417073"/>
                </a:cubicBezTo>
                <a:cubicBezTo>
                  <a:pt x="660768" y="4182771"/>
                  <a:pt x="2401446" y="5088877"/>
                  <a:pt x="3206989" y="4641008"/>
                </a:cubicBezTo>
                <a:cubicBezTo>
                  <a:pt x="4012532" y="4193139"/>
                  <a:pt x="4496687" y="2503261"/>
                  <a:pt x="5042009" y="1729857"/>
                </a:cubicBezTo>
                <a:cubicBezTo>
                  <a:pt x="5587331" y="956453"/>
                  <a:pt x="5997878" y="-27408"/>
                  <a:pt x="6478923" y="584"/>
                </a:cubicBezTo>
                <a:cubicBezTo>
                  <a:pt x="6959968" y="28576"/>
                  <a:pt x="7123772" y="1728820"/>
                  <a:pt x="7928278" y="1897808"/>
                </a:cubicBezTo>
                <a:cubicBezTo>
                  <a:pt x="8732784" y="2066796"/>
                  <a:pt x="10652817" y="864184"/>
                  <a:pt x="11305960" y="1014510"/>
                </a:cubicBezTo>
                <a:cubicBezTo>
                  <a:pt x="11959103" y="1164836"/>
                  <a:pt x="11570328" y="2446241"/>
                  <a:pt x="11847136" y="2799767"/>
                </a:cubicBezTo>
                <a:cubicBezTo>
                  <a:pt x="12123944" y="3153293"/>
                  <a:pt x="12545376" y="3144481"/>
                  <a:pt x="12966809" y="3135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CDD20A-2BBA-4C3C-1ADD-E81EE8A95466}"/>
              </a:ext>
            </a:extLst>
          </p:cNvPr>
          <p:cNvSpPr txBox="1"/>
          <p:nvPr/>
        </p:nvSpPr>
        <p:spPr>
          <a:xfrm>
            <a:off x="696685" y="508392"/>
            <a:ext cx="67128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 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FC4922-9984-E9DA-D356-1BE2CB4475F8}"/>
              </a:ext>
            </a:extLst>
          </p:cNvPr>
          <p:cNvSpPr/>
          <p:nvPr/>
        </p:nvSpPr>
        <p:spPr>
          <a:xfrm>
            <a:off x="451102" y="1468217"/>
            <a:ext cx="571954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view is a virtual table created from a query to simplify complex data access.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reuse complex joins and simplify querying of sales data.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view combining purchases, users, notes, and payments, then retrieves completed sales records from it.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503DD4-791C-5FCB-B710-9AFAC8B5331A}"/>
              </a:ext>
            </a:extLst>
          </p:cNvPr>
          <p:cNvSpPr/>
          <p:nvPr/>
        </p:nvSpPr>
        <p:spPr>
          <a:xfrm>
            <a:off x="6792686" y="1156996"/>
            <a:ext cx="4883020" cy="503853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OR REPLACE VIEW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ActiveSales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p.PurchaseID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BuyerName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n.Title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NoteTitle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p.Amount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pay.Method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pay.Status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PURCHASES 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BUYERS b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p.BuyerID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b.UserID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USERS u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b.UserID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NOTES n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p.NoteID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n.NoteID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PAYMENTS pay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p.PurchaseID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pay.PurchaseID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76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C0F3FD3-5B63-96A4-8B02-146BC203128A}"/>
              </a:ext>
            </a:extLst>
          </p:cNvPr>
          <p:cNvSpPr/>
          <p:nvPr/>
        </p:nvSpPr>
        <p:spPr>
          <a:xfrm>
            <a:off x="5256245" y="373534"/>
            <a:ext cx="8310464" cy="6455437"/>
          </a:xfrm>
          <a:custGeom>
            <a:avLst/>
            <a:gdLst>
              <a:gd name="csX0" fmla="*/ 9754448 w 9754448"/>
              <a:gd name="csY0" fmla="*/ 6455437 h 6455437"/>
              <a:gd name="csX1" fmla="*/ 6960448 w 9754448"/>
              <a:gd name="csY1" fmla="*/ 4307323 h 6455437"/>
              <a:gd name="csX2" fmla="*/ 3259305 w 9754448"/>
              <a:gd name="csY2" fmla="*/ 5838580 h 6455437"/>
              <a:gd name="csX3" fmla="*/ 848 w 9754448"/>
              <a:gd name="csY3" fmla="*/ 4053323 h 6455437"/>
              <a:gd name="csX4" fmla="*/ 3005305 w 9754448"/>
              <a:gd name="csY4" fmla="*/ 90923 h 6455437"/>
              <a:gd name="csX5" fmla="*/ 8985191 w 9754448"/>
              <a:gd name="csY5" fmla="*/ 1121437 h 6455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754448" h="6455437">
                <a:moveTo>
                  <a:pt x="9754448" y="6455437"/>
                </a:moveTo>
                <a:cubicBezTo>
                  <a:pt x="8898710" y="5432784"/>
                  <a:pt x="8042972" y="4410132"/>
                  <a:pt x="6960448" y="4307323"/>
                </a:cubicBezTo>
                <a:cubicBezTo>
                  <a:pt x="5877924" y="4204514"/>
                  <a:pt x="4419238" y="5880913"/>
                  <a:pt x="3259305" y="5838580"/>
                </a:cubicBezTo>
                <a:cubicBezTo>
                  <a:pt x="2099372" y="5796247"/>
                  <a:pt x="43181" y="5011266"/>
                  <a:pt x="848" y="4053323"/>
                </a:cubicBezTo>
                <a:cubicBezTo>
                  <a:pt x="-41485" y="3095380"/>
                  <a:pt x="1507915" y="579571"/>
                  <a:pt x="3005305" y="90923"/>
                </a:cubicBezTo>
                <a:cubicBezTo>
                  <a:pt x="4502695" y="-397725"/>
                  <a:pt x="7412810" y="1248437"/>
                  <a:pt x="8985191" y="112143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85AF3-0BF6-77F0-6406-448BC3CF0130}"/>
              </a:ext>
            </a:extLst>
          </p:cNvPr>
          <p:cNvSpPr txBox="1"/>
          <p:nvPr/>
        </p:nvSpPr>
        <p:spPr>
          <a:xfrm>
            <a:off x="696685" y="508392"/>
            <a:ext cx="67128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TORED PROCEDURES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7F824F-72D7-1870-2B47-A51FBBDCC7A7}"/>
              </a:ext>
            </a:extLst>
          </p:cNvPr>
          <p:cNvSpPr/>
          <p:nvPr/>
        </p:nvSpPr>
        <p:spPr>
          <a:xfrm>
            <a:off x="451102" y="1468217"/>
            <a:ext cx="5719543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stored procedure is a pre-defined SQL block that can be reused multiple times.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operations and avoid duplicate data insertion.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 note to favorites only if it does not already exist for the user.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F95822-4DED-5E9F-2F67-11432CD44319}"/>
              </a:ext>
            </a:extLst>
          </p:cNvPr>
          <p:cNvSpPr/>
          <p:nvPr/>
        </p:nvSpPr>
        <p:spPr>
          <a:xfrm>
            <a:off x="6792686" y="1156996"/>
            <a:ext cx="4883020" cy="503853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//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PROCEDURE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AddFavorite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p_UserID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INT,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p_NoteID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duplicate error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IF NOT EXISTS (SELECT 1 FROM FAVORITES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p_UserID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p_NoteID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THEN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INSERT INTO FAVORITES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VALUES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p_UserID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p_NoteID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END IF;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//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DELIMITER 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AddFavorite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3);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4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77EF7EF-2050-FB49-286A-5C9AFF45B2AC}"/>
              </a:ext>
            </a:extLst>
          </p:cNvPr>
          <p:cNvSpPr/>
          <p:nvPr/>
        </p:nvSpPr>
        <p:spPr>
          <a:xfrm>
            <a:off x="-43543" y="-205273"/>
            <a:ext cx="13142686" cy="6989331"/>
          </a:xfrm>
          <a:custGeom>
            <a:avLst/>
            <a:gdLst>
              <a:gd name="csX0" fmla="*/ 0 w 13142686"/>
              <a:gd name="csY0" fmla="*/ 2198915 h 3117417"/>
              <a:gd name="csX1" fmla="*/ 2852057 w 13142686"/>
              <a:gd name="csY1" fmla="*/ 3011715 h 3117417"/>
              <a:gd name="csX2" fmla="*/ 6995886 w 13142686"/>
              <a:gd name="csY2" fmla="*/ 101600 h 3117417"/>
              <a:gd name="csX3" fmla="*/ 11277600 w 13142686"/>
              <a:gd name="csY3" fmla="*/ 2677886 h 3117417"/>
              <a:gd name="csX4" fmla="*/ 13142686 w 13142686"/>
              <a:gd name="csY4" fmla="*/ 0 h 3117417"/>
              <a:gd name="csX5" fmla="*/ 13142686 w 13142686"/>
              <a:gd name="csY5" fmla="*/ 0 h 3117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142686" h="3117417">
                <a:moveTo>
                  <a:pt x="0" y="2198915"/>
                </a:moveTo>
                <a:cubicBezTo>
                  <a:pt x="843038" y="2780091"/>
                  <a:pt x="1686076" y="3361268"/>
                  <a:pt x="2852057" y="3011715"/>
                </a:cubicBezTo>
                <a:cubicBezTo>
                  <a:pt x="4018038" y="2662162"/>
                  <a:pt x="5591629" y="157238"/>
                  <a:pt x="6995886" y="101600"/>
                </a:cubicBezTo>
                <a:cubicBezTo>
                  <a:pt x="8400143" y="45962"/>
                  <a:pt x="10253133" y="2694819"/>
                  <a:pt x="11277600" y="2677886"/>
                </a:cubicBezTo>
                <a:cubicBezTo>
                  <a:pt x="12302067" y="2660953"/>
                  <a:pt x="13142686" y="0"/>
                  <a:pt x="13142686" y="0"/>
                </a:cubicBezTo>
                <a:lnTo>
                  <a:pt x="13142686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1C19E9-B4AA-BACF-6EBD-0F1B954D73F9}"/>
              </a:ext>
            </a:extLst>
          </p:cNvPr>
          <p:cNvSpPr/>
          <p:nvPr/>
        </p:nvSpPr>
        <p:spPr>
          <a:xfrm>
            <a:off x="317241" y="843383"/>
            <a:ext cx="11538857" cy="5868437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7BFCAB-97F5-E689-2BCB-79F98ACE78CC}"/>
              </a:ext>
            </a:extLst>
          </p:cNvPr>
          <p:cNvSpPr txBox="1"/>
          <p:nvPr/>
        </p:nvSpPr>
        <p:spPr>
          <a:xfrm>
            <a:off x="696686" y="7394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95A14-F1BC-B02A-D9FC-EC442C7A49F8}"/>
              </a:ext>
            </a:extLst>
          </p:cNvPr>
          <p:cNvSpPr/>
          <p:nvPr/>
        </p:nvSpPr>
        <p:spPr>
          <a:xfrm>
            <a:off x="903057" y="1238444"/>
            <a:ext cx="11249486" cy="51398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transaction is a sequence of database operations executed as a single unit to ensure data integrity using ACID properties: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All steps succeed or none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 remains valid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No interference between transactions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Changes are permanently saved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did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implemented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purchase workflow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transaction: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purchase record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corresponding payment record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buyer’s total purchases and spending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seller’s total earnings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or inconsistent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purchase, payment, and updates happen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cases like: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done but purchase not recorded </a:t>
            </a:r>
          </a:p>
        </p:txBody>
      </p:sp>
    </p:spTree>
    <p:extLst>
      <p:ext uri="{BB962C8B-B14F-4D97-AF65-F5344CB8AC3E}">
        <p14:creationId xmlns:p14="http://schemas.microsoft.com/office/powerpoint/2010/main" val="1464791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08D1EE2-D822-1683-39CA-AED64F7BA231}"/>
              </a:ext>
            </a:extLst>
          </p:cNvPr>
          <p:cNvSpPr/>
          <p:nvPr/>
        </p:nvSpPr>
        <p:spPr>
          <a:xfrm>
            <a:off x="-94343" y="-677016"/>
            <a:ext cx="13041086" cy="4837045"/>
          </a:xfrm>
          <a:custGeom>
            <a:avLst/>
            <a:gdLst>
              <a:gd name="csX0" fmla="*/ 0 w 13041086"/>
              <a:gd name="csY0" fmla="*/ 2752559 h 4837045"/>
              <a:gd name="csX1" fmla="*/ 3998686 w 13041086"/>
              <a:gd name="csY1" fmla="*/ 45645 h 4837045"/>
              <a:gd name="csX2" fmla="*/ 6364514 w 13041086"/>
              <a:gd name="csY2" fmla="*/ 4733759 h 4837045"/>
              <a:gd name="csX3" fmla="*/ 13041086 w 13041086"/>
              <a:gd name="csY3" fmla="*/ 3630673 h 4837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041086" h="4837045">
                <a:moveTo>
                  <a:pt x="0" y="2752559"/>
                </a:moveTo>
                <a:cubicBezTo>
                  <a:pt x="1468967" y="1234002"/>
                  <a:pt x="2937934" y="-284555"/>
                  <a:pt x="3998686" y="45645"/>
                </a:cubicBezTo>
                <a:cubicBezTo>
                  <a:pt x="5059438" y="375845"/>
                  <a:pt x="4857447" y="4136254"/>
                  <a:pt x="6364514" y="4733759"/>
                </a:cubicBezTo>
                <a:cubicBezTo>
                  <a:pt x="7871581" y="5331264"/>
                  <a:pt x="12259734" y="3119045"/>
                  <a:pt x="13041086" y="36306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A5F091-130D-62E6-9832-FD44E2F88BCD}"/>
              </a:ext>
            </a:extLst>
          </p:cNvPr>
          <p:cNvSpPr txBox="1"/>
          <p:nvPr/>
        </p:nvSpPr>
        <p:spPr>
          <a:xfrm>
            <a:off x="696686" y="50839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INDEXING </a:t>
            </a:r>
            <a:endParaRPr lang="en-IN" sz="4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EA8564-CB0E-0DB0-97F2-A57DB4B83C51}"/>
              </a:ext>
            </a:extLst>
          </p:cNvPr>
          <p:cNvSpPr/>
          <p:nvPr/>
        </p:nvSpPr>
        <p:spPr>
          <a:xfrm>
            <a:off x="451102" y="1468217"/>
            <a:ext cx="5719543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improves database performance by speeding up data retrieval.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used it: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frequently searched fields like email and note titles.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Explanation: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indexes on email and note title to make search queries faster.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D92294-E186-17F1-902C-CF2F6F56559E}"/>
              </a:ext>
            </a:extLst>
          </p:cNvPr>
          <p:cNvSpPr/>
          <p:nvPr/>
        </p:nvSpPr>
        <p:spPr>
          <a:xfrm>
            <a:off x="6792686" y="1156996"/>
            <a:ext cx="4883020" cy="5038531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INDEX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idx_user_email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USERS(Email);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INDEX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idx_note_title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NOTES(Title);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USERS LIMIT 1;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850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415</TotalTime>
  <Words>1052</Words>
  <Application>Microsoft Office PowerPoint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PROBLEM STATEMENT</vt:lpstr>
      <vt:lpstr>SOLUTION (SYNAPSE)</vt:lpstr>
      <vt:lpstr>USERS &amp;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Kartika Joshi</dc:creator>
  <cp:lastModifiedBy>Kartika Joshi</cp:lastModifiedBy>
  <cp:revision>2</cp:revision>
  <dcterms:created xsi:type="dcterms:W3CDTF">2026-05-03T15:34:55Z</dcterms:created>
  <dcterms:modified xsi:type="dcterms:W3CDTF">2026-05-04T15:41:58Z</dcterms:modified>
</cp:coreProperties>
</file>